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e5233565f484c82" /><Relationship Type="http://schemas.openxmlformats.org/officeDocument/2006/relationships/extended-properties" Target="/docProps/app.xml" Id="R1c8da37f39ec4ed8" /><Relationship Type="http://schemas.openxmlformats.org/officeDocument/2006/relationships/officeDocument" Target="/ppt/presentation.xml" Id="Rd5faf6c1284748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6821714fed444f"/>
  </p:sldMasterIdLst>
  <p:notesMasterIdLst>
    <p:notesMasterId xmlns:r="http://schemas.openxmlformats.org/officeDocument/2006/relationships" r:id="Rb54070806c9844c9"/>
  </p:notesMasterIdLst>
  <p:sldIdLst>
    <p:sldId xmlns:r="http://schemas.openxmlformats.org/officeDocument/2006/relationships" id="256" r:id="R9ea429d3d35941d6"/>
  </p:sldIdLst>
  <p:sldSz cx="7772400" cy="10058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5c79c6794e473e" /><Relationship Type="http://schemas.openxmlformats.org/officeDocument/2006/relationships/slideMaster" Target="/ppt/slideMasters/slideMaster1.xml" Id="R066821714fed444f" /><Relationship Type="http://schemas.openxmlformats.org/officeDocument/2006/relationships/notesMaster" Target="/ppt/notesMasters/notesMaster1.xml" Id="Rb54070806c9844c9" /><Relationship Type="http://schemas.openxmlformats.org/officeDocument/2006/relationships/presProps" Target="/ppt/presProps.xml" Id="R626bbf5751364a7e" /><Relationship Type="http://schemas.openxmlformats.org/officeDocument/2006/relationships/tableStyles" Target="/ppt/tableStyles.xml" Id="R56bbfbec4e544bd4" /><Relationship Type="http://schemas.openxmlformats.org/officeDocument/2006/relationships/slide" Target="/ppt/slides/slide1.xml" Id="R9ea429d3d35941d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3305186aece4c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6ec16933b940f1" /><Relationship Type="http://schemas.openxmlformats.org/officeDocument/2006/relationships/notesMaster" Target="/ppt/notesMasters/notesMaster1.xml" Id="Ra37e7118f61844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NEXABio student recruitment draft. US Letter portrait. The selected polymer-loop logo and the QR are separate images; body text remains editable.</a:t>
            </a:r>
          </a:p>
          <a:p xmlns:a="http://schemas.openxmlformats.org/drawingml/2006/main">
            <a:r>
              <a:t>Content: supplied NSF_CyberTraining.pdf and content/program.json. The original proposal is private and is not included in this repository.</a:t>
            </a:r>
          </a:p>
          <a:p xmlns:a="http://schemas.openxmlformats.org/drawingml/2006/main">
            <a:r>
              <a:t>Project team: Yunhui Guo (Computer Science) and Yongsheng Gao (Bioengineering)</a:t>
            </a:r>
          </a:p>
          <a:p xmlns:a="http://schemas.openxmlformats.org/drawingml/2006/main">
            <a:r>
              <a:t>Dates, eligibility, funding acknowledgment, and participant support are unconfirmed. No award, stipend, or enrollment guarantee is made.</a:t>
            </a:r>
          </a:p>
          <a:p xmlns:a="http://schemas.openxmlformats.org/drawingml/2006/main">
            <a:r>
              <a:t>Form: https://forms.gle/13iPUM7vkB7HX4tK8</a:t>
            </a:r>
          </a:p>
          <a:p xmlns:a="http://schemas.openxmlformats.org/drawingml/2006/main">
            <a:r>
              <a:t>Brand: user-selected concept B, polymer loops. Logo source and usage: public/brand/README.md.</a:t>
            </a:r>
          </a:p>
          <a:p xmlns:a="http://schemas.openxmlformats.org/drawingml/2006/main">
            <a:r>
              <a:t>Editing instructions: poster/README.md. Changing the target form requires regenerating and replacing the QR image.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1fb6028363420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8a9d24e1b1f40fc" /><Relationship Type="http://schemas.openxmlformats.org/officeDocument/2006/relationships/slideLayout" Target="/ppt/slideLayouts/slideLayout1.xml" Id="Ra0531066b0fb4e0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531066b0fb4e0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41f0783d774a0f" /><Relationship Type="http://schemas.openxmlformats.org/officeDocument/2006/relationships/image" Target="/ppt/media/image.png" Id="Rde9e4c72d14b4b4a" /><Relationship Type="http://schemas.openxmlformats.org/officeDocument/2006/relationships/hyperlink" Target="https://forms.gle/13iPUM7vkB7HX4tK8" TargetMode="External" Id="Rbfb14dea358b41e3" /><Relationship Type="http://schemas.openxmlformats.org/officeDocument/2006/relationships/image" Target="/ppt/media/image2.png" Id="Ra60aa7246ea64978" /><Relationship Type="http://schemas.openxmlformats.org/officeDocument/2006/relationships/notesSlide" Target="/ppt/notesSlides/notesSlide1.xml" Id="Rc75c92c68df04fe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EE5B1E-E386-435C-8950-05560533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7724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02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D90B16-EFE8-45D5-9242-FC573181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"/>
            <a:ext cx="77724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4F43"/>
          </a:solidFill>
          <a:ln xmlns:a="http://schemas.openxmlformats.org/drawingml/2006/main" w="0">
            <a:noFill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9e4c72d14b4b4a"/>
          <a:stretch xmlns:a="http://schemas.openxmlformats.org/drawingml/2006/main"/>
        </p:blipFill>
        <p:spPr>
          <a:xfrm xmlns:a="http://schemas.openxmlformats.org/drawingml/2006/main">
            <a:off x="285750" y="152400"/>
            <a:ext cx="2857500" cy="9525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28605-985B-4E33-B2D7-8787D00D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DDECE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DECE5"/>
                </a:solidFill>
                <a:latin typeface="Arial"/>
                <a:ea typeface="Arial"/>
                <a:cs typeface="Arial"/>
              </a:rPr>
              <a:t>The University of Texas at Dallas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7DE034-2034-4C87-A327-E7440074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657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EDBF9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DBF9A"/>
                </a:solidFill>
                <a:latin typeface="Arial"/>
                <a:ea typeface="Arial"/>
                <a:cs typeface="Arial"/>
              </a:rPr>
              <a:t>STUDENT INTEREST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DF9AB5-114D-4AB0-BFD9-1989F6D9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68580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Explore AI for</a:t>
            </a:r>
          </a:p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biomaterials research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BF66FF-8067-45C5-BA64-195E6DB6D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6225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Connect machine learning, scientific computing, and biomaterials through practical training and collaborative projects.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F769E9-6A1E-468C-8123-9C1CDEE5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81400"/>
            <a:ext cx="6858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For undergraduate and graduate students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4D0F93-30DC-4539-A5F3-5839BE54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81450"/>
            <a:ext cx="685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Bioengineering, computer science, materials science, chemistry, and related fields. Students from UT Dallas and other institutions are welcome to express interest.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0015A6-EB71-4372-8198-5978BFBF8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10125"/>
            <a:ext cx="6858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Three ways to learn and connect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587E90-8B51-40E2-9143-C0516F82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2076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02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53F1A8-756A-477A-A0D0-ED6B3796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Workshops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60CE9-A534-4855-9E6B-725C0C970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91200"/>
            <a:ext cx="2143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Guided coding and</a:t>
            </a:r>
          </a:p>
          <a:p xmlns:a="http://schemas.openxmlformats.org/drawingml/2006/main">
            <a:pPr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hands-on mini-projects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88E092-C23A-4B3E-950E-4B907462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5257800"/>
            <a:ext cx="2076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02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29537C-CD5C-4B94-8FFA-32BE94703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5429250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Summer bootcamp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09514B-A380-45FE-A41E-95948F1B5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5791200"/>
            <a:ext cx="2143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An online introduction to</a:t>
            </a:r>
          </a:p>
          <a:p xmlns:a="http://schemas.openxmlformats.org/drawingml/2006/main">
            <a:pPr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AI-enabled biomaterials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A75719-974B-49E5-B59C-407C6FAE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5257800"/>
            <a:ext cx="2076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602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E28BF8-34BB-4332-98B3-FB5B84BD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5429250"/>
            <a:ext cx="2143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Invited talks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007828-D637-4285-A9AE-C3A8A79DD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5791200"/>
            <a:ext cx="2143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Research perspectives</a:t>
            </a:r>
          </a:p>
          <a:p xmlns:a="http://schemas.openxmlformats.org/drawingml/2006/main">
            <a:pPr>
              <a:defRPr sz="127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across AI and biomaterials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DD3D71-EB1B-47EE-A972-CBA616B0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722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Explore research questions that matter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047A29-6ACA-47B9-934E-6A62EF5C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981825"/>
            <a:ext cx="685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Drug and gene delivery  /  Polymer and materials design</a:t>
            </a:r>
          </a:p>
          <a:p xmlns:a="http://schemas.openxmlformats.org/drawingml/2006/main">
            <a:pPr>
              <a:defRPr sz="1425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Tissue engineering  /  Reliable AI for scientific discovery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71E7F0-17DC-49B8-8576-17A12BDD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724775"/>
            <a:ext cx="7162800" cy="1724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EE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E7A864-FC74-4564-A984-7A2729E25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924800"/>
            <a:ext cx="481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4F43"/>
                </a:solidFill>
                <a:latin typeface="Arial"/>
                <a:ea typeface="Arial"/>
                <a:cs typeface="Arial"/>
              </a:rPr>
              <a:t>Tell us what interests you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34C311-7D00-4D24-BDD2-12C1EE4D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53425"/>
            <a:ext cx="481965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03B3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B34"/>
                </a:solidFill>
                <a:latin typeface="Arial"/>
                <a:ea typeface="Arial"/>
                <a:cs typeface="Arial"/>
              </a:rPr>
              <a:t>Scan to share your academic background,</a:t>
            </a:r>
          </a:p>
          <a:p xmlns:a="http://schemas.openxmlformats.org/drawingml/2006/main">
            <a:pPr>
              <a:defRPr sz="1350" b="0">
                <a:solidFill>
                  <a:srgbClr val="203B3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B34"/>
                </a:solidFill>
                <a:latin typeface="Arial"/>
                <a:ea typeface="Arial"/>
                <a:cs typeface="Arial"/>
              </a:rPr>
              <a:t>graduation plans, and research goals.</a:t>
            </a:r>
          </a:p>
          <a:p xmlns:a="http://schemas.openxmlformats.org/drawingml/2006/main">
            <a:pPr>
              <a:defRPr sz="1350" b="0">
                <a:solidFill>
                  <a:srgbClr val="203B3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03B34"/>
                </a:solidFill>
                <a:latin typeface="Arial"/>
                <a:ea typeface="Arial"/>
                <a:cs typeface="Arial"/>
              </a:rPr>
              <a:t>12 questions · about 3-5 minutes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9E81DE-1898-4A46-A59C-357DD2D3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9144000"/>
            <a:ext cx="4953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54F4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54F43"/>
                </a:solidFill>
                <a:latin typeface="Arial"/>
                <a:ea typeface="Arial"/>
                <a:cs typeface="Arial"/>
                <a:hlinkClick xmlns:r="http://schemas.openxmlformats.org/officeDocument/2006/relationships" r:id="Rbfb14dea358b41e3"/>
              </a:rPr>
              <a:t>forms.gle/13iPUM7vkB7HX4tK8</a:t>
            </a:r>
          </a:p>
        </p:txBody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aa7246ea64978"/>
          <a:stretch xmlns:a="http://schemas.openxmlformats.org/drawingml/2006/main"/>
        </p:blipFill>
        <p:spPr>
          <a:xfrm xmlns:a="http://schemas.openxmlformats.org/drawingml/2006/main">
            <a:off x="5715000" y="7896225"/>
            <a:ext cx="1447800" cy="1447800"/>
          </a:xfrm>
          <a:prstGeom xmlns:a="http://schemas.openxmlformats.org/drawingml/2006/main" prst="rect">
            <a:avLst/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BCCE47-8900-4B78-9A66-522DA0D5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525000"/>
            <a:ext cx="6858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Expression of interest only; enrollment is not confirmed.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5462FA-04B5-4727-BABA-48CBFCC1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715500"/>
            <a:ext cx="6858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0635C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0635C"/>
                </a:solidFill>
                <a:latin typeface="Arial"/>
                <a:ea typeface="Arial"/>
                <a:cs typeface="Arial"/>
              </a:rPr>
              <a:t>DRAFT · Dates, eligibility, and participant support are being finalized.</a:t>
            </a:r>
          </a:p>
        </p:txBody>
      </p:sp>
    </p:spTree>
    <p:extLst>
      <p:ext uri="{BB962C8B-B14F-4D97-AF65-F5344CB8AC3E}">
        <p14:creationId xmlns:p14="http://schemas.microsoft.com/office/powerpoint/2010/main" val="20775413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2026-09-18T12:47:53.1050000Z</dcterms:created>
  <dcterms:modified xsi:type="dcterms:W3CDTF">2026-09-18T12:47:53.1050000Z</dcterms:modified>
</coreProperties>
</file>