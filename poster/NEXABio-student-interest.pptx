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057cfb65684f2e" /><Relationship Type="http://schemas.openxmlformats.org/officeDocument/2006/relationships/extended-properties" Target="/docProps/app.xml" Id="R5f9de1bda13f45cc" /><Relationship Type="http://schemas.openxmlformats.org/officeDocument/2006/relationships/officeDocument" Target="/ppt/presentation.xml" Id="R4a2d6584826d40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25d289632b47e9"/>
  </p:sldMasterIdLst>
  <p:notesMasterIdLst>
    <p:notesMasterId xmlns:r="http://schemas.openxmlformats.org/officeDocument/2006/relationships" r:id="Rbd5b4141d060458a"/>
  </p:notesMasterIdLst>
  <p:sldIdLst>
    <p:sldId xmlns:r="http://schemas.openxmlformats.org/officeDocument/2006/relationships" id="256" r:id="Ref301250926040f3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f3e125c6fc4d33" /><Relationship Type="http://schemas.openxmlformats.org/officeDocument/2006/relationships/slideMaster" Target="/ppt/slideMasters/slideMaster1.xml" Id="R8d25d289632b47e9" /><Relationship Type="http://schemas.openxmlformats.org/officeDocument/2006/relationships/notesMaster" Target="/ppt/notesMasters/notesMaster1.xml" Id="Rbd5b4141d060458a" /><Relationship Type="http://schemas.openxmlformats.org/officeDocument/2006/relationships/presProps" Target="/ppt/presProps.xml" Id="R5847ec5a8cc44b79" /><Relationship Type="http://schemas.openxmlformats.org/officeDocument/2006/relationships/tableStyles" Target="/ppt/tableStyles.xml" Id="R097ffa93b6df4799" /><Relationship Type="http://schemas.openxmlformats.org/officeDocument/2006/relationships/slide" Target="/ppt/slides/slide1.xml" Id="Ref301250926040f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0878d05ecd43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ab23f73db4437f" /><Relationship Type="http://schemas.openxmlformats.org/officeDocument/2006/relationships/notesMaster" Target="/ppt/notesMasters/notesMaster1.xml" Id="Ra8175603fce846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NEXABio student recruitment draft. US Letter portrait. The selected polymer-loop logo and the QR are separate images; body text remains editable.</a:t>
            </a:r>
          </a:p>
          <a:p xmlns:a="http://schemas.openxmlformats.org/drawingml/2006/main">
            <a:r>
              <a:t>Content: supplied NSF_CyberTraining.pdf and content/program.json. The original proposal is private and is not included in this repository.</a:t>
            </a:r>
          </a:p>
          <a:p xmlns:a="http://schemas.openxmlformats.org/drawingml/2006/main">
            <a:r>
              <a:t>Project team: Yunhui Guo (Computer Science) and Yongsheng Gao (Bioengineering)</a:t>
            </a:r>
          </a:p>
          <a:p xmlns:a="http://schemas.openxmlformats.org/drawingml/2006/main">
            <a:r>
              <a:t>Dates, eligibility, funding acknowledgment, and participant support are unconfirmed. No award, stipend, or enrollment guarantee is made.</a:t>
            </a:r>
          </a:p>
          <a:p xmlns:a="http://schemas.openxmlformats.org/drawingml/2006/main">
            <a:r>
              <a:t>Form: https://forms.gle/13iPUM7vkB7HX4tK8</a:t>
            </a:r>
          </a:p>
          <a:p xmlns:a="http://schemas.openxmlformats.org/drawingml/2006/main">
            <a:r>
              <a:t>Brand: user-selected concept B, polymer loops. Logo source and usage: public/brand/README.md.</a:t>
            </a:r>
          </a:p>
          <a:p xmlns:a="http://schemas.openxmlformats.org/drawingml/2006/main">
            <a:r>
              <a:t>Editing instructions: poster/README.md. Changing the target form requires regenerating and replacing the QR image.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Illustration: original AI-generated concept art shared with the NEXABio website. Source: poster/ai-biomaterials.png. Prompt and provenance: public/images/README.md and public/images/ai-biomaterials-prompt.txt. It is not an experimental result or a scientifically validated molecular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Current illustration: user-selected 2D cartoon concept C, polymer structure and drug delivery. Original PNG: poster/ai-biomaterials.png. Exact prompt: public/images/ai-biomaterials-prompt.txt. Generated with the built-in imagegen tool on September 18,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191ab5a80c48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011623ba794a82" /><Relationship Type="http://schemas.openxmlformats.org/officeDocument/2006/relationships/slideLayout" Target="/ppt/slideLayouts/slideLayout1.xml" Id="Rddb2263e448140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b2263e448140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e22de7339483a" /><Relationship Type="http://schemas.openxmlformats.org/officeDocument/2006/relationships/image" Target="/ppt/media/image.png" Id="R484fdd68d8e14284" /><Relationship Type="http://schemas.openxmlformats.org/officeDocument/2006/relationships/hyperlink" Target="https://forms.gle/13iPUM7vkB7HX4tK8" TargetMode="External" Id="R2c556cece6384079" /><Relationship Type="http://schemas.openxmlformats.org/officeDocument/2006/relationships/image" Target="/ppt/media/image2.png" Id="Re4fcf52c975f41bc" /><Relationship Type="http://schemas.openxmlformats.org/officeDocument/2006/relationships/image" Target="/ppt/media/image3.png" Id="R4f144539dc654983" /><Relationship Type="http://schemas.openxmlformats.org/officeDocument/2006/relationships/notesSlide" Target="/ppt/notesSlides/notesSlide1.xml" Id="Ra354b88f9cd74f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EE5B1E-E386-435C-8950-05560533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72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90B16-EFE8-45D5-9242-FC573181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7772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4F43"/>
          </a:solidFill>
          <a:ln xmlns:a="http://schemas.openxmlformats.org/drawingml/2006/main" w="0">
            <a:noFill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fdd68d8e14284"/>
          <a:stretch xmlns:a="http://schemas.openxmlformats.org/drawingml/2006/main"/>
        </p:blipFill>
        <p:spPr>
          <a:xfrm xmlns:a="http://schemas.openxmlformats.org/drawingml/2006/main">
            <a:off x="285750" y="152400"/>
            <a:ext cx="2857500" cy="952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28605-985B-4E33-B2D7-8787D00D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DDECE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DECE5"/>
                </a:solidFill>
                <a:latin typeface="Arial"/>
                <a:ea typeface="Arial"/>
                <a:cs typeface="Arial"/>
              </a:rPr>
              <a:t>The University of Texas at Dallas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DE034-2034-4C87-A327-E744007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EDBF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DBF9A"/>
                </a:solidFill>
                <a:latin typeface="Arial"/>
                <a:ea typeface="Arial"/>
                <a:cs typeface="Arial"/>
              </a:rPr>
              <a:t>STUDENT INTEREST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F9AB5-114D-4AB0-BFD9-1989F6D9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8580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Explore AI for</a:t>
            </a:r>
          </a:p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biomaterials 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F66FF-8067-45C5-BA64-195E6DB6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machine learning, scientific computing, and biomaterials through practical training and collaborative projects.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769E9-6A1E-468C-8123-9C1CDEE5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71875"/>
            <a:ext cx="4229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For undergraduate
and graduate students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D0F93-30DC-4539-A5F3-5839BE54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9100"/>
            <a:ext cx="42291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Bioengineering, computer science, materials science, chemistry, and related fields. Students from UT Dallas and other institutions are welcome to express interest.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015A6-EB71-4372-8198-5978BFBF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Three ways to learn and connect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87E90-8B51-40E2-9143-C0516F82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3F1A8-756A-477A-A0D0-ED6B379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Workshops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60CE9-A534-4855-9E6B-725C0C97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Guided coding and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hands-on mini-projects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8E092-C23A-4B3E-950E-4B907462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29537C-CD5C-4B94-8FFA-32BE9470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Summer bootcamp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9514B-A380-45FE-A41E-95948F1B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An online introduction to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AI-enabled biomaterials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75719-974B-49E5-B59C-407C6FAE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953125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28BF8-34BB-4332-98B3-FB5B84BD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124575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Invited talks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07828-D637-4285-A9AE-C3A8A79D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47700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Research perspectives</a:t>
            </a:r>
          </a:p>
          <a:p xmlns:a="http://schemas.openxmlformats.org/drawingml/2006/main">
            <a:pPr>
              <a:buNone/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across AI and biomaterials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DD3D71-EB1B-47EE-A972-CBA616B0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1247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Explore research questions that matter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047A29-6ACA-47B9-934E-6A62EF5C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524750"/>
            <a:ext cx="685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Drug and gene delivery  /  Polymer and materials design</a:t>
            </a:r>
          </a:p>
          <a:p xmlns:a="http://schemas.openxmlformats.org/drawingml/2006/main">
            <a:pPr>
              <a:buNone/>
              <a:defRPr sz="135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Tissue engineering  /  Reliable AI for scientific discovery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71E7F0-17DC-49B8-8576-17A12BDD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096250"/>
            <a:ext cx="71628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E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7A864-FC74-4564-A984-7A2729E2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2105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Tell us what interests you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34C311-7D00-4D24-BDD2-12C1EE4D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601075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Scan to share your academic background,</a:t>
            </a:r>
          </a:p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graduation plans, and research goals.</a:t>
            </a:r>
          </a:p>
          <a:p xmlns:a="http://schemas.openxmlformats.org/drawingml/2006/main">
            <a:pPr>
              <a:buNone/>
              <a:defRPr sz="1275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12 questions · about 3-5 minutes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9E81DE-1898-4A46-A59C-357DD2D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229725"/>
            <a:ext cx="523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38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238" b="1">
                <a:solidFill>
                  <a:srgbClr val="154F43"/>
                </a:solidFill>
                <a:latin typeface="Arial"/>
                <a:ea typeface="Arial"/>
                <a:cs typeface="Arial"/>
                <a:hlinkClick xmlns:r="http://schemas.openxmlformats.org/officeDocument/2006/relationships" r:id="R2c556cece6384079"/>
              </a:rPr>
              <a:t>forms.gle/13iPUM7vkB7HX4tK8</a:t>
            </a:r>
          </a:p>
        </p:txBody>
      </p: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cf52c975f41bc"/>
          <a:stretch xmlns:a="http://schemas.openxmlformats.org/drawingml/2006/main"/>
        </p:blipFill>
        <p:spPr>
          <a:xfrm xmlns:a="http://schemas.openxmlformats.org/drawingml/2006/main">
            <a:off x="5981700" y="8172450"/>
            <a:ext cx="1276350" cy="127635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BCCE47-8900-4B78-9A66-522DA0D5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250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Expression of interest only; enrollment is not confirmed.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462FA-04B5-4727-BABA-48CBFCC1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DRAFT · Dates, eligibility, and participant support are being finalized.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144539dc654983"/>
          <a:stretch xmlns:a="http://schemas.openxmlformats.org/drawingml/2006/main"/>
        </p:blipFill>
        <p:spPr>
          <a:xfrm xmlns:a="http://schemas.openxmlformats.org/drawingml/2006/main">
            <a:off x="4991100" y="3486150"/>
            <a:ext cx="2324100" cy="1743075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6C1084-4681-427E-BE7E-8FEAC0B0D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86375"/>
            <a:ext cx="23241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50635C"/>
                </a:solidFill>
                <a:latin typeface="Arial"/>
                <a:ea typeface="Arial"/>
                <a:cs typeface="Arial"/>
              </a:rPr>
              <a:t>AI + biomaterials 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20775413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2026-09-18T13:28:31.8430000Z</dcterms:created>
  <dcterms:modified xsi:type="dcterms:W3CDTF">2026-09-18T13:28:31.8430000Z</dcterms:modified>
</coreProperties>
</file>