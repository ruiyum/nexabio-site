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ac67463dc74796" /><Relationship Type="http://schemas.openxmlformats.org/officeDocument/2006/relationships/extended-properties" Target="/docProps/app.xml" Id="Re0f219cd154a4519" /><Relationship Type="http://schemas.openxmlformats.org/officeDocument/2006/relationships/officeDocument" Target="/ppt/presentation.xml" Id="R1cffffaf6a0a47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f787f84c704544"/>
  </p:sldMasterIdLst>
  <p:notesMasterIdLst>
    <p:notesMasterId xmlns:r="http://schemas.openxmlformats.org/officeDocument/2006/relationships" r:id="Rf86692b8d4d046fe"/>
  </p:notesMasterIdLst>
  <p:sldIdLst>
    <p:sldId xmlns:r="http://schemas.openxmlformats.org/officeDocument/2006/relationships" id="256" r:id="Rb31010e136044340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eefee86f6c42d6" /><Relationship Type="http://schemas.openxmlformats.org/officeDocument/2006/relationships/slideMaster" Target="/ppt/slideMasters/slideMaster1.xml" Id="Rd2f787f84c704544" /><Relationship Type="http://schemas.openxmlformats.org/officeDocument/2006/relationships/notesMaster" Target="/ppt/notesMasters/notesMaster1.xml" Id="Rf86692b8d4d046fe" /><Relationship Type="http://schemas.openxmlformats.org/officeDocument/2006/relationships/presProps" Target="/ppt/presProps.xml" Id="R22c4f679fa6046fd" /><Relationship Type="http://schemas.openxmlformats.org/officeDocument/2006/relationships/tableStyles" Target="/ppt/tableStyles.xml" Id="R946ab166f12d4043" /><Relationship Type="http://schemas.openxmlformats.org/officeDocument/2006/relationships/slide" Target="/ppt/slides/slide1.xml" Id="Rb31010e1360443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9cfe6401e546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ffcee6d07c49d4" /><Relationship Type="http://schemas.openxmlformats.org/officeDocument/2006/relationships/notesMaster" Target="/ppt/notesMasters/notesMaster1.xml" Id="Rc66b80e8184240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NEXABio student recruitment draft. US Letter portrait; all text and color blocks are native editable PowerPoint shapes. Only the QR is an image.</a:t>
            </a:r>
          </a:p>
          <a:p xmlns:a="http://schemas.openxmlformats.org/drawingml/2006/main">
            <a:r>
              <a:t>Content: supplied NSF_CyberTraining.pdf and content/program.json. The original proposal is private and is not included in this repository.</a:t>
            </a:r>
          </a:p>
          <a:p xmlns:a="http://schemas.openxmlformats.org/drawingml/2006/main">
            <a:r>
              <a:t>Project team: Yunhui Guo (Computer Science) and Yongsheng Gao (Bioengineering)</a:t>
            </a:r>
          </a:p>
          <a:p xmlns:a="http://schemas.openxmlformats.org/drawingml/2006/main">
            <a:r>
              <a:t>Dates, eligibility, funding acknowledgment, and participant support are unconfirmed. No award, stipend, or enrollment guarantee is made.</a:t>
            </a:r>
          </a:p>
          <a:p xmlns:a="http://schemas.openxmlformats.org/drawingml/2006/main">
            <a:r>
              <a:t>Form: https://forms.gle/13iPUM7vkB7HX4tK8</a:t>
            </a:r>
          </a:p>
          <a:p xmlns:a="http://schemas.openxmlformats.org/drawingml/2006/main">
            <a:r>
              <a:t>Editing instructions: poster/README.md. Changing the target form requires regenerating and replacing the QR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bb72a923224c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aeb7fb358d4f16" /><Relationship Type="http://schemas.openxmlformats.org/officeDocument/2006/relationships/slideLayout" Target="/ppt/slideLayouts/slideLayout1.xml" Id="Rdce25729a77540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e25729a77540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53f007c774de1" /><Relationship Type="http://schemas.openxmlformats.org/officeDocument/2006/relationships/hyperlink" Target="https://forms.gle/13iPUM7vkB7HX4tK8" TargetMode="External" Id="R884b83b697bb4d6c" /><Relationship Type="http://schemas.openxmlformats.org/officeDocument/2006/relationships/image" Target="/ppt/media/image.png" Id="R2fa1c44aa9a14a4c" /><Relationship Type="http://schemas.openxmlformats.org/officeDocument/2006/relationships/notesSlide" Target="/ppt/notesSlides/notesSlide1.xml" Id="Rd8bda22cd30f4e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00FDE-B21B-4F03-9A82-9A63741E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407FC-32B2-43FC-967B-FFF28281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7772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4F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93268-4BF4-4984-9708-3DFBF322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"/>
            <a:ext cx="3000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NEXABio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E2B2F-9A2A-42A0-BCF2-00DED31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85825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DECE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ECE5"/>
                </a:solidFill>
                <a:latin typeface="Arial"/>
                <a:ea typeface="Arial"/>
                <a:cs typeface="Arial"/>
              </a:rPr>
              <a:t>The University of Texas at Dallas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7B80D-2E78-45D0-A78A-EC03BB9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DBF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DBF9A"/>
                </a:solidFill>
                <a:latin typeface="Arial"/>
                <a:ea typeface="Arial"/>
                <a:cs typeface="Arial"/>
              </a:rPr>
              <a:t>STUDENT INTEREST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E8FF5-9C95-48FA-BC33-32F7970F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685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Explore AI for</a:t>
            </a:r>
          </a:p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biomaterials 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5E7FF-89E3-45D1-86BD-078E1FA7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machine learning, scientific computing, and biomaterials through practical training and collaborative projects.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8BE8C-68B4-409E-AF77-FC5B390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81400"/>
            <a:ext cx="685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For undergraduate and graduate 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ABB41-8277-4FBB-A735-7D25375E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81450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Bioengineering, computer science, materials science, chemistry, and related fields. Students from UT Dallas and other institutions are welcome to express interest.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C406B-2D1B-49C8-B11D-017CF1E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Three ways to learn and connect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96CCE-9AF5-4A15-972A-3FFC69E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BED52-8984-46E1-A607-0F710943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Workshops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10D34-6E70-46F0-92E7-F6F5C0E6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Guided coding and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hands-on mini-projects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990646-0EC3-4C35-935C-4DE6207E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9BA4B-1231-4839-A55F-312D4A75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Summer bootcamp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B06B4-7ED0-46F4-B493-C00300D1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An online introduction to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AI-enabled biomaterials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4CFE-B8E6-4DAB-A598-B5F420DA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B4B707-E57F-4EA7-B6B5-5A2D8789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Invited talks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945F4-0D7F-4A5B-AFCF-5AD39CCF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Research perspectives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across AI and biomaterials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8D668-00A9-4644-B696-774ECE74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72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Explore research questions that matter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056E9B-4C60-49BA-AAF8-D1074B30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8182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Drug and gene delivery  /  Polymer and materials design</a:t>
            </a:r>
          </a:p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Tissue engineering  /  Reliable AI for scientific discovery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08E23E-44C1-484C-AF68-C27EF8B7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724775"/>
            <a:ext cx="716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E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C42C7-327E-48DD-8561-335B0E5A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924800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Tell us what interests you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0E673C-ACA7-4EAB-B8A6-1E288078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53425"/>
            <a:ext cx="48196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Scan to share your academic background,</a:t>
            </a:r>
          </a:p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graduation plans, and research goals.</a:t>
            </a:r>
          </a:p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12 questions · about 3-5 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7A8CFB-CD73-4C33-A831-300B17BF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144000"/>
            <a:ext cx="495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4F43"/>
                </a:solidFill>
                <a:latin typeface="Arial"/>
                <a:ea typeface="Arial"/>
                <a:cs typeface="Arial"/>
                <a:hlinkClick xmlns:r="http://schemas.openxmlformats.org/officeDocument/2006/relationships" r:id="R884b83b697bb4d6c"/>
              </a:rPr>
              <a:t>forms.gle/13iPUM7vkB7HX4tK8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1c44aa9a14a4c"/>
          <a:stretch xmlns:a="http://schemas.openxmlformats.org/drawingml/2006/main"/>
        </p:blipFill>
        <p:spPr>
          <a:xfrm xmlns:a="http://schemas.openxmlformats.org/drawingml/2006/main">
            <a:off x="5715000" y="7896225"/>
            <a:ext cx="1447800" cy="14478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B56077-FA01-4328-A1F3-602FDDE1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250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Expression of interest only; enrollment is not confirmed.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C5B7B1-B6D6-4A78-9334-855B8FAC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DRAFT · Dates, eligibility, and participant support are being finalized.</a:t>
            </a:r>
          </a:p>
        </p:txBody>
      </p:sp>
    </p:spTree>
    <p:extLst>
      <p:ext uri="{BB962C8B-B14F-4D97-AF65-F5344CB8AC3E}">
        <p14:creationId xmlns:p14="http://schemas.microsoft.com/office/powerpoint/2010/main" val="964582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2026-09-17T23:54:57.2490000Z</dcterms:created>
  <dcterms:modified xsi:type="dcterms:W3CDTF">2026-09-17T23:54:57.2500000Z</dcterms:modified>
</coreProperties>
</file>