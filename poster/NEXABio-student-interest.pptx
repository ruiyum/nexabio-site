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f9445b31b44c2c" /><Relationship Type="http://schemas.openxmlformats.org/officeDocument/2006/relationships/extended-properties" Target="/docProps/app.xml" Id="Rba6049c3a3a14e6a" /><Relationship Type="http://schemas.openxmlformats.org/officeDocument/2006/relationships/officeDocument" Target="/ppt/presentation.xml" Id="R48eded8493474b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b52ec406ec4478"/>
  </p:sldMasterIdLst>
  <p:notesMasterIdLst>
    <p:notesMasterId xmlns:r="http://schemas.openxmlformats.org/officeDocument/2006/relationships" r:id="R402e39200f9b4965"/>
  </p:notesMasterIdLst>
  <p:sldIdLst>
    <p:sldId xmlns:r="http://schemas.openxmlformats.org/officeDocument/2006/relationships" id="256" r:id="R6c82f30ff6334363"/>
  </p:sldIdLst>
  <p:sldSz cx="7772400" cy="10058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821344650b4a99" /><Relationship Type="http://schemas.openxmlformats.org/officeDocument/2006/relationships/slideMaster" Target="/ppt/slideMasters/slideMaster1.xml" Id="R7fb52ec406ec4478" /><Relationship Type="http://schemas.openxmlformats.org/officeDocument/2006/relationships/notesMaster" Target="/ppt/notesMasters/notesMaster1.xml" Id="R402e39200f9b4965" /><Relationship Type="http://schemas.openxmlformats.org/officeDocument/2006/relationships/presProps" Target="/ppt/presProps.xml" Id="R378624679c384993" /><Relationship Type="http://schemas.openxmlformats.org/officeDocument/2006/relationships/tableStyles" Target="/ppt/tableStyles.xml" Id="Ra82dbeeb0dd24d83" /><Relationship Type="http://schemas.openxmlformats.org/officeDocument/2006/relationships/slide" Target="/ppt/slides/slide1.xml" Id="R6c82f30ff63343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6d2053aa8448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5120ff01174a58" /><Relationship Type="http://schemas.openxmlformats.org/officeDocument/2006/relationships/notesMaster" Target="/ppt/notesMasters/notesMaster1.xml" Id="R7c96c966aca643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NEXABio student recruitment draft. US Letter portrait. The selected polymer-loop logo, student collaboration illustration, and QR are separate images; body text remains editable.</a:t>
            </a:r>
          </a:p>
          <a:p xmlns:a="http://schemas.openxmlformats.org/drawingml/2006/main">
            <a:r>
              <a:t>Content: supplied NSF_CyberTraining.pdf and content/program.json. The original proposal is private and is not included in this repository.</a:t>
            </a:r>
          </a:p>
          <a:p xmlns:a="http://schemas.openxmlformats.org/drawingml/2006/main">
            <a:r>
              <a:t>Project team: Yunhui Guo (Computer Science) and Yongsheng Gao (Bioengineering)</a:t>
            </a:r>
          </a:p>
          <a:p xmlns:a="http://schemas.openxmlformats.org/drawingml/2006/main">
            <a:r>
              <a:t>Dates, eligibility, funding acknowledgment, and participant support are unconfirmed. No award, stipend, or enrollment guarantee is made.</a:t>
            </a:r>
          </a:p>
          <a:p xmlns:a="http://schemas.openxmlformats.org/drawingml/2006/main">
            <a:r>
              <a:t>Form: https://forms.gle/13iPUM7vkB7HX4tK8</a:t>
            </a:r>
          </a:p>
          <a:p xmlns:a="http://schemas.openxmlformats.org/drawingml/2006/main">
            <a:r>
              <a:t>Brand: user-selected concept B, polymer loops. Logo source and usage: public/brand/README.md.</a:t>
            </a:r>
          </a:p>
          <a:p xmlns:a="http://schemas.openxmlformats.org/drawingml/2006/main">
            <a:r>
              <a:t>Editing instructions: poster/README.md. Changing the target form requires regenerating and replacing the QR image.</a:t>
            </a:r>
          </a:p>
          <a:p xmlns:a="http://schemas.openxmlformats.org/drawingml/2006/main">
            <a:r>
              <a:t>Illustration: three fictional students collaborating on AI and biomaterials, selected by the project owner. Generated with the built-in imagegen tool on September 18, 2026. Original PNG shared with the website: public/images/student-collaboration.png. Exact prompt: public/images/student-collaboration-prompt.txt. Provenance: public/images/README.md. This is an illustration, not a photograph of actual participants or faculty.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c2e14539d348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0fe2e445284a80" /><Relationship Type="http://schemas.openxmlformats.org/officeDocument/2006/relationships/slideLayout" Target="/ppt/slideLayouts/slideLayout1.xml" Id="R88b5aeb4d3324a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b5aeb4d3324a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796b0cf9a648c1" /><Relationship Type="http://schemas.openxmlformats.org/officeDocument/2006/relationships/image" Target="/ppt/media/image.png" Id="R3c873f9775b04be4" /><Relationship Type="http://schemas.openxmlformats.org/officeDocument/2006/relationships/hyperlink" Target="https://forms.gle/13iPUM7vkB7HX4tK8" TargetMode="External" Id="Rdcfcaef8cda84794" /><Relationship Type="http://schemas.openxmlformats.org/officeDocument/2006/relationships/image" Target="/ppt/media/image2.png" Id="R0774efbd83d6482d" /><Relationship Type="http://schemas.openxmlformats.org/officeDocument/2006/relationships/image" Target="/ppt/media/image3.png" Id="R7c121bb05d694db4" /><Relationship Type="http://schemas.openxmlformats.org/officeDocument/2006/relationships/notesSlide" Target="/ppt/notesSlides/notesSlide1.xml" Id="Reccb0593783e48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EE5B1E-E386-435C-8950-05560533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772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90B16-EFE8-45D5-9242-FC573181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77724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4F43"/>
          </a:solidFill>
          <a:ln xmlns:a="http://schemas.openxmlformats.org/drawingml/2006/main" w="0">
            <a:noFill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873f9775b04be4"/>
          <a:stretch xmlns:a="http://schemas.openxmlformats.org/drawingml/2006/main"/>
        </p:blipFill>
        <p:spPr>
          <a:xfrm xmlns:a="http://schemas.openxmlformats.org/drawingml/2006/main">
            <a:off x="285750" y="152400"/>
            <a:ext cx="2857500" cy="9525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28605-985B-4E33-B2D7-8787D00D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DDECE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DECE5"/>
                </a:solidFill>
                <a:latin typeface="Arial"/>
                <a:ea typeface="Arial"/>
                <a:cs typeface="Arial"/>
              </a:rPr>
              <a:t>The University of Texas at Dallas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7DE034-2034-4C87-A327-E7440074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EDBF9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DBF9A"/>
                </a:solidFill>
                <a:latin typeface="Arial"/>
                <a:ea typeface="Arial"/>
                <a:cs typeface="Arial"/>
              </a:rPr>
              <a:t>STUDENT INTEREST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F9AB5-114D-4AB0-BFD9-1989F6D9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68580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Explore AI for</a:t>
            </a:r>
          </a:p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biomaterials research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F66FF-8067-45C5-BA64-195E6DB6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6225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Connect machine learning, scientific computing, and biomaterials through practical training and collaborative projects.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769E9-6A1E-468C-8123-9C1CDEE5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71875"/>
            <a:ext cx="4229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For undergraduate
and graduate students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4D0F93-30DC-4539-A5F3-5839BE54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9100"/>
            <a:ext cx="42291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Bioengineering, computer science, materials science, chemistry, and related fields. Students from UT Dallas and other institutions are welcome to express interest.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015A6-EB71-4372-8198-5978BFBF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Three ways to learn and connect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87E90-8B51-40E2-9143-C0516F82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53125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3F1A8-756A-477A-A0D0-ED6B3796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2457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Workshops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60CE9-A534-4855-9E6B-725C0C97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0"/>
            <a:ext cx="2143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Guided coding and</a:t>
            </a:r>
          </a:p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hands-on mini-projects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8E092-C23A-4B3E-950E-4B907462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953125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29537C-CD5C-4B94-8FFA-32BE9470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612457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Summer bootcamp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9514B-A380-45FE-A41E-95948F1B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6477000"/>
            <a:ext cx="2143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An online introduction to</a:t>
            </a:r>
          </a:p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AI-enabled biomaterials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A75719-974B-49E5-B59C-407C6FAE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953125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E28BF8-34BB-4332-98B3-FB5B84BD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612457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Invited talks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007828-D637-4285-A9AE-C3A8A79D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6477000"/>
            <a:ext cx="2143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Research perspectives</a:t>
            </a:r>
          </a:p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across AI and biomaterials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DD3D71-EB1B-47EE-A972-CBA616B0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247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Explore research questions that matter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047A29-6ACA-47B9-934E-6A62EF5C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524750"/>
            <a:ext cx="685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Drug and gene delivery  /  Polymer and materials design</a:t>
            </a:r>
          </a:p>
          <a:p xmlns:a="http://schemas.openxmlformats.org/drawingml/2006/main">
            <a:pPr>
              <a:buNone/>
              <a:defRPr sz="135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Tissue engineering  /  Reliable AI for scientific discovery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71E7F0-17DC-49B8-8576-17A12BDD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096250"/>
            <a:ext cx="7162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EE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E7A864-FC74-4564-A984-7A2729E2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2105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Tell us what interests you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34C311-7D00-4D24-BDD2-12C1EE4D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601075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Scan to share your academic background,</a:t>
            </a:r>
          </a:p>
          <a:p xmlns:a="http://schemas.openxmlformats.org/drawingml/2006/main">
            <a:pPr>
              <a:buNone/>
              <a:defRPr sz="1275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graduation plans, and research goals.</a:t>
            </a:r>
          </a:p>
          <a:p xmlns:a="http://schemas.openxmlformats.org/drawingml/2006/main">
            <a:pPr>
              <a:buNone/>
              <a:defRPr sz="1275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12 questions · about 3-5 minutes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9E81DE-1898-4A46-A59C-357DD2D3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22972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38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238" b="1">
                <a:solidFill>
                  <a:srgbClr val="154F43"/>
                </a:solidFill>
                <a:latin typeface="Arial"/>
                <a:ea typeface="Arial"/>
                <a:cs typeface="Arial"/>
                <a:hlinkClick xmlns:r="http://schemas.openxmlformats.org/officeDocument/2006/relationships" r:id="Rdcfcaef8cda84794"/>
              </a:rPr>
              <a:t>forms.gle/13iPUM7vkB7HX4tK8</a:t>
            </a:r>
          </a:p>
        </p:txBody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74efbd83d6482d"/>
          <a:stretch xmlns:a="http://schemas.openxmlformats.org/drawingml/2006/main"/>
        </p:blipFill>
        <p:spPr>
          <a:xfrm xmlns:a="http://schemas.openxmlformats.org/drawingml/2006/main">
            <a:off x="5981700" y="8172450"/>
            <a:ext cx="1276350" cy="127635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BCCE47-8900-4B78-9A66-522DA0D5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525000"/>
            <a:ext cx="685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Expression of interest only; enrollment is not confirmed.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5462FA-04B5-4727-BABA-48CBFCC1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715500"/>
            <a:ext cx="685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DRAFT · Dates, eligibility, and participant support are being finalized.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21bb05d694db4"/>
          <a:stretch xmlns:a="http://schemas.openxmlformats.org/drawingml/2006/main"/>
        </p:blipFill>
        <p:spPr>
          <a:xfrm xmlns:a="http://schemas.openxmlformats.org/drawingml/2006/main">
            <a:off x="4991100" y="3486150"/>
            <a:ext cx="2324100" cy="1743075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6C1084-4681-427E-BE7E-8FEAC0B0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286375"/>
            <a:ext cx="23241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0635C"/>
                </a:solidFill>
                <a:latin typeface="Arial"/>
                <a:ea typeface="Arial"/>
                <a:cs typeface="Arial"/>
              </a:rPr>
              <a:t>Student collaboration illustration</a:t>
            </a:r>
          </a:p>
        </p:txBody>
      </p:sp>
    </p:spTree>
    <p:extLst>
      <p:ext uri="{BB962C8B-B14F-4D97-AF65-F5344CB8AC3E}">
        <p14:creationId xmlns:p14="http://schemas.microsoft.com/office/powerpoint/2010/main" val="20775413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2026-09-18T13:46:07.6950000Z</dcterms:created>
  <dcterms:modified xsi:type="dcterms:W3CDTF">2026-09-18T13:46:07.6950000Z</dcterms:modified>
</coreProperties>
</file>